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a7de2d957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a7de2d957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a7de2d957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a7de2d95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7de2d957_4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7de2d957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7de2d957_4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7de2d957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a7de2d957_4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a7de2d957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a7de2d957_4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a7de2d957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7de2d957_4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a7de2d957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7de2d957_4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a7de2d957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7de2d957_4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a7de2d957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